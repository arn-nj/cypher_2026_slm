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Arial"/>
              </a:rPr>
              <a:t>LLM-judge quality, 48 questions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Judge overall (1–5)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SLM-only</c:v>
                  </c:pt>
                  <c:pt idx="1">
                    <c:v>Passive RAG (LLM-only)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3.974</c:v>
                </c:pt>
                <c:pt idx="1">
                  <c:v>4.951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 2026 · WORKSHOP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 Agent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a Frontier Model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46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RAG architectures — SLM-only, Passive RAG, stage-split Hybrid, gated Cascade and SLM-orchestrated Agentic — compared on what each one buys you, and what it costs.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4805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Qwen2.5-0.5B — cheap, fast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448056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+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83280" y="448056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44805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Llama-3.1-8B (4-bit) — judgment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448056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=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0" y="448056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44805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model, per decision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126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Nitin Agarwal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stages are SLM-appropriate?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Agent Needs a Frontier Model · Cypher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92240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Closed-set, short-output, mechanical work goes small. Open-ended judgment stays large.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402951" cy="82296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83080"/>
            <a:ext cx="1402951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860151" y="20574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097895" y="1783080"/>
            <a:ext cx="1402951" cy="82296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97895" y="1783080"/>
            <a:ext cx="1402951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routing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· agentic only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500846" y="20574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738590" y="1783080"/>
            <a:ext cx="1402951" cy="822960"/>
          </a:xfrm>
          <a:prstGeom prst="roundRect">
            <a:avLst>
              <a:gd name="adj" fmla="val 6667"/>
            </a:avLst>
          </a:prstGeom>
          <a:solidFill>
            <a:srgbClr val="E2E8F0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38590" y="1783080"/>
            <a:ext cx="1402951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141541" y="20574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379285" y="1783080"/>
            <a:ext cx="1402951" cy="822960"/>
          </a:xfrm>
          <a:prstGeom prst="roundRect">
            <a:avLst>
              <a:gd name="adj" fmla="val 6667"/>
            </a:avLst>
          </a:prstGeom>
          <a:solidFill>
            <a:srgbClr val="E2E8F0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79285" y="1783080"/>
            <a:ext cx="1402951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782235" y="20574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019979" y="1783080"/>
            <a:ext cx="1402951" cy="822960"/>
          </a:xfrm>
          <a:prstGeom prst="roundRect">
            <a:avLst>
              <a:gd name="adj" fmla="val 6667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19979" y="1783080"/>
            <a:ext cx="1402951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Sufficiency check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422930" y="20574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660674" y="1783080"/>
            <a:ext cx="1402951" cy="82296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60674" y="1783080"/>
            <a:ext cx="1402951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Per-passage extract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· off by default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063625" y="20574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0301369" y="1783080"/>
            <a:ext cx="1402951" cy="822960"/>
          </a:xfrm>
          <a:prstGeom prst="roundRect">
            <a:avLst>
              <a:gd name="adj" fmla="val 6667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301369" y="1783080"/>
            <a:ext cx="1402951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926080"/>
            <a:ext cx="55321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035808"/>
            <a:ext cx="64008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301752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SLM-tier work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3429000"/>
            <a:ext cx="5166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routing, rewriting, reranking — fixed label set or output schema, evidence already in context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0.5B model (or a small purpose-built cross-encoder) does this at a fraction of the latency and cost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Rewriter can drift — so retrieval uses the original and rewritten query, and reranks against the original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72200" y="2926080"/>
            <a:ext cx="55321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3035808"/>
            <a:ext cx="640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73368" y="301752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LLM-tier work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355080" y="3429000"/>
            <a:ext cx="5166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across sources that may disagree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Sufficiency: judging what evidence is missing, not just what is present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world knowledge, not a bigger context window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7200" y="5166360"/>
            <a:ext cx="112471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521208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stages were removed from the default path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first run, intent classification and per-passage extraction were computed but never fed downstream — pure added latency. They are now opt-in (use_intent / use_extraction) and intent is used only by the agentic router.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architectures, one shared retrieval + prompt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Agent Needs a Frontier Model · Cypher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92240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08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SLM-only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1508760"/>
            <a:ext cx="4590288" cy="777240"/>
          </a:xfrm>
          <a:prstGeom prst="roundRect">
            <a:avLst>
              <a:gd name="adj" fmla="val 7059"/>
            </a:avLst>
          </a:prstGeom>
          <a:solidFill>
            <a:srgbClr val="E2E8F0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508760"/>
            <a:ext cx="4590288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76288" y="176022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14032" y="1508760"/>
            <a:ext cx="4590288" cy="777240"/>
          </a:xfrm>
          <a:prstGeom prst="roundRect">
            <a:avLst>
              <a:gd name="adj" fmla="val 7059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14032" y="1508760"/>
            <a:ext cx="4590288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answers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SLM call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44144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Passive RAG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286000" y="2441448"/>
            <a:ext cx="4590288" cy="777240"/>
          </a:xfrm>
          <a:prstGeom prst="roundRect">
            <a:avLst>
              <a:gd name="adj" fmla="val 7059"/>
            </a:avLst>
          </a:prstGeom>
          <a:solidFill>
            <a:srgbClr val="E2E8F0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86000" y="2441448"/>
            <a:ext cx="4590288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76288" y="269290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114032" y="2441448"/>
            <a:ext cx="4590288" cy="777240"/>
          </a:xfrm>
          <a:prstGeom prst="roundRect">
            <a:avLst>
              <a:gd name="adj" fmla="val 7059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14032" y="2441448"/>
            <a:ext cx="4590288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answers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LLM call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374136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Hybrid v1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286000" y="3374136"/>
            <a:ext cx="1693469" cy="777240"/>
          </a:xfrm>
          <a:prstGeom prst="roundRect">
            <a:avLst>
              <a:gd name="adj" fmla="val 7059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86000" y="3374136"/>
            <a:ext cx="1693469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979469" y="3625596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217213" y="3374136"/>
            <a:ext cx="1693469" cy="777240"/>
          </a:xfrm>
          <a:prstGeom prst="roundRect">
            <a:avLst>
              <a:gd name="adj" fmla="val 7059"/>
            </a:avLst>
          </a:prstGeom>
          <a:solidFill>
            <a:srgbClr val="E2E8F0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17213" y="3374136"/>
            <a:ext cx="1693469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×2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 + rewritten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10682" y="3625596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48426" y="3374136"/>
            <a:ext cx="1693469" cy="777240"/>
          </a:xfrm>
          <a:prstGeom prst="roundRect">
            <a:avLst>
              <a:gd name="adj" fmla="val 7059"/>
            </a:avLst>
          </a:prstGeom>
          <a:solidFill>
            <a:srgbClr val="E2E8F0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48426" y="3374136"/>
            <a:ext cx="1693469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841894" y="3625596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79638" y="3374136"/>
            <a:ext cx="1693469" cy="777240"/>
          </a:xfrm>
          <a:prstGeom prst="roundRect">
            <a:avLst>
              <a:gd name="adj" fmla="val 7059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79638" y="3374136"/>
            <a:ext cx="1693469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Sufficient?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773107" y="3625596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0010851" y="3374136"/>
            <a:ext cx="1693469" cy="777240"/>
          </a:xfrm>
          <a:prstGeom prst="roundRect">
            <a:avLst>
              <a:gd name="adj" fmla="val 7059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010851" y="3374136"/>
            <a:ext cx="1693469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306824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Cascade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286000" y="4306824"/>
            <a:ext cx="2176272" cy="777240"/>
          </a:xfrm>
          <a:prstGeom prst="roundRect">
            <a:avLst>
              <a:gd name="adj" fmla="val 7059"/>
            </a:avLst>
          </a:prstGeom>
          <a:solidFill>
            <a:srgbClr val="E2E8F0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286000" y="4306824"/>
            <a:ext cx="2176272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462272" y="4558284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700016" y="4306824"/>
            <a:ext cx="2176272" cy="777240"/>
          </a:xfrm>
          <a:prstGeom prst="roundRect">
            <a:avLst>
              <a:gd name="adj" fmla="val 7059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700016" y="4306824"/>
            <a:ext cx="2176272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draft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876288" y="4558284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114032" y="4306824"/>
            <a:ext cx="2176272" cy="777240"/>
          </a:xfrm>
          <a:prstGeom prst="roundRect">
            <a:avLst>
              <a:gd name="adj" fmla="val 7059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14032" y="4306824"/>
            <a:ext cx="2176272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non-generative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290304" y="4558284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9528048" y="4306824"/>
            <a:ext cx="2176272" cy="777240"/>
          </a:xfrm>
          <a:prstGeom prst="roundRect">
            <a:avLst>
              <a:gd name="adj" fmla="val 7059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528048" y="4306824"/>
            <a:ext cx="2176272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re-answer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low conf.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523951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Agentic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286000" y="5239512"/>
            <a:ext cx="1693469" cy="777240"/>
          </a:xfrm>
          <a:prstGeom prst="roundRect">
            <a:avLst>
              <a:gd name="adj" fmla="val 7059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286000" y="5239512"/>
            <a:ext cx="1693469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+ intent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3979469" y="549097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4217213" y="5239512"/>
            <a:ext cx="1693469" cy="777240"/>
          </a:xfrm>
          <a:prstGeom prst="roundRect">
            <a:avLst>
              <a:gd name="adj" fmla="val 7059"/>
            </a:avLst>
          </a:prstGeom>
          <a:solidFill>
            <a:srgbClr val="E2E8F0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217213" y="5239512"/>
            <a:ext cx="1693469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+ rerank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5910682" y="549097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148426" y="5239512"/>
            <a:ext cx="1693469" cy="777240"/>
          </a:xfrm>
          <a:prstGeom prst="roundRect">
            <a:avLst>
              <a:gd name="adj" fmla="val 7059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148426" y="5239512"/>
            <a:ext cx="1693469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picks agent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7841894" y="549097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8079638" y="5239512"/>
            <a:ext cx="1693469" cy="777240"/>
          </a:xfrm>
          <a:prstGeom prst="roundRect">
            <a:avLst>
              <a:gd name="adj" fmla="val 7059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079638" y="5239512"/>
            <a:ext cx="1693469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or LLM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9773107" y="549097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10010851" y="5239512"/>
            <a:ext cx="1693469" cy="777240"/>
          </a:xfrm>
          <a:prstGeom prst="roundRect">
            <a:avLst>
              <a:gd name="adj" fmla="val 7059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010851" y="5239512"/>
            <a:ext cx="1693469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+ reflect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escalate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 1 &amp;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baselines that bound the problem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Agent Needs a Frontier Model · Cypher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92240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SLM-only  (cheap end)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647188" cy="731520"/>
          </a:xfrm>
          <a:prstGeom prst="roundRect">
            <a:avLst>
              <a:gd name="adj" fmla="val 7500"/>
            </a:avLst>
          </a:prstGeom>
          <a:solidFill>
            <a:srgbClr val="E2E8F0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83080"/>
            <a:ext cx="2647188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104388" y="201168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42132" y="1783080"/>
            <a:ext cx="2647188" cy="73152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42132" y="1783080"/>
            <a:ext cx="2647188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answers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0.5B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553212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52928"/>
            <a:ext cx="64008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283464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246120"/>
            <a:ext cx="5166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and fastest: one SLM call per query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CPU or a sliver of a T4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can stay fully on-prem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the headline claim: if this were good enough, the rest is overkill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55321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727448"/>
            <a:ext cx="640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470916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120640"/>
            <a:ext cx="5166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quality: judge 3.97 vs 4.95 for Passive RAG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clearly better on 14 of 48 questions (margin ≥ 0.5)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rerank, no abstention, no self-check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1417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RAG  (quality ceiling)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1783080"/>
            <a:ext cx="2647188" cy="731520"/>
          </a:xfrm>
          <a:prstGeom prst="roundRect">
            <a:avLst>
              <a:gd name="adj" fmla="val 7500"/>
            </a:avLst>
          </a:prstGeom>
          <a:solidFill>
            <a:srgbClr val="E2E8F0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72200" y="1783080"/>
            <a:ext cx="2647188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819388" y="201168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057132" y="1783080"/>
            <a:ext cx="2647188" cy="731520"/>
          </a:xfrm>
          <a:prstGeom prst="roundRect">
            <a:avLst>
              <a:gd name="adj" fmla="val 7500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057132" y="1783080"/>
            <a:ext cx="2647188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answers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8B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2743200"/>
            <a:ext cx="553212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2852928"/>
            <a:ext cx="64008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73368" y="283464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3246120"/>
            <a:ext cx="5166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judge quality in the run (4.95 / 5)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design: retrieve + one prompt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 as SLM-only and Cascade, so an escalation = exactly this answer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4617720"/>
            <a:ext cx="55321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4727448"/>
            <a:ext cx="640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73368" y="470916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355080" y="5120640"/>
            <a:ext cx="5166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pays the LLM (cost weight 8 vs 0.5)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routing, no fallback, no stage choice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shares the same Llama model → possible self-preference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v1: stage-split, explicit model per stage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Agent Needs a Frontier Model · Cypher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92240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676400" cy="777240"/>
          </a:xfrm>
          <a:prstGeom prst="roundRect">
            <a:avLst>
              <a:gd name="adj" fmla="val 7059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63040"/>
            <a:ext cx="167640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133600" y="17145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371344" y="1463040"/>
            <a:ext cx="1676400" cy="777240"/>
          </a:xfrm>
          <a:prstGeom prst="roundRect">
            <a:avLst>
              <a:gd name="adj" fmla="val 7059"/>
            </a:avLst>
          </a:prstGeom>
          <a:solidFill>
            <a:srgbClr val="E2E8F0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71344" y="1463040"/>
            <a:ext cx="167640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×2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 + rewritten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047744" y="17145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85488" y="1463040"/>
            <a:ext cx="1676400" cy="777240"/>
          </a:xfrm>
          <a:prstGeom prst="roundRect">
            <a:avLst>
              <a:gd name="adj" fmla="val 7059"/>
            </a:avLst>
          </a:prstGeom>
          <a:solidFill>
            <a:srgbClr val="E2E8F0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85488" y="1463040"/>
            <a:ext cx="167640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vs original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961888" y="17145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99632" y="1463040"/>
            <a:ext cx="1676400" cy="777240"/>
          </a:xfrm>
          <a:prstGeom prst="roundRect">
            <a:avLst>
              <a:gd name="adj" fmla="val 7059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99632" y="1463040"/>
            <a:ext cx="167640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Sufficient?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876032" y="17145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13776" y="1463040"/>
            <a:ext cx="1676400" cy="777240"/>
          </a:xfrm>
          <a:prstGeom prst="roundRect">
            <a:avLst>
              <a:gd name="adj" fmla="val 7059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13776" y="1463040"/>
            <a:ext cx="167640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sufficient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790176" y="17145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027920" y="1463040"/>
            <a:ext cx="1676400" cy="777240"/>
          </a:xfrm>
          <a:prstGeom prst="roundRect">
            <a:avLst>
              <a:gd name="adj" fmla="val 7059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27920" y="1463040"/>
            <a:ext cx="167640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468880"/>
            <a:ext cx="553212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578608"/>
            <a:ext cx="64008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256032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2971800"/>
            <a:ext cx="5166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Auditable: the stage → model table is written down and testable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cross-encoder reranks better than a generative model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 retrieval guards against a drifting 0.5B rewriter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abstain when the KB lacks evidence instead of guessing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72200" y="2468880"/>
            <a:ext cx="553212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2578608"/>
            <a:ext cx="640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73368" y="256032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2971800"/>
            <a:ext cx="5166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LLM calls on every query — more LLM usage than Passive RAG’s one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Stage-splitting alone is not a cost saving; v1 ran ~740 s for 48 questions (≈15 s/query)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Sufficiency check can false-abstain: the smoke test refused an inferior-MI question it should answer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Rewriter can inject unasked content (it added a diagnosis to the query)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5257800"/>
            <a:ext cx="1124712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53035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explainability and abstention. Not a cost play: savings come from how rarely the LLM is called, which is exactly what the Cascade tries to fix. Parallelising stages would not help on one local GPU — calls serialise.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Cascade: SLM drafts, a cheap gate decides on escalation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Agent Needs a Frontier Model · Cypher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92240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059229" cy="777240"/>
          </a:xfrm>
          <a:prstGeom prst="roundRect">
            <a:avLst>
              <a:gd name="adj" fmla="val 7059"/>
            </a:avLst>
          </a:prstGeom>
          <a:solidFill>
            <a:srgbClr val="E2E8F0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63040"/>
            <a:ext cx="2059229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baselines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16429" y="17145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54173" y="1463040"/>
            <a:ext cx="2059229" cy="777240"/>
          </a:xfrm>
          <a:prstGeom prst="roundRect">
            <a:avLst>
              <a:gd name="adj" fmla="val 7059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54173" y="1463040"/>
            <a:ext cx="2059229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draft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0.3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13402" y="17145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51146" y="1463040"/>
            <a:ext cx="2059229" cy="777240"/>
          </a:xfrm>
          <a:prstGeom prst="roundRect">
            <a:avLst>
              <a:gd name="adj" fmla="val 7059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51146" y="1463040"/>
            <a:ext cx="2059229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gate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τ ?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110374" y="17145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48118" y="1463040"/>
            <a:ext cx="2059229" cy="777240"/>
          </a:xfrm>
          <a:prstGeom prst="roundRect">
            <a:avLst>
              <a:gd name="adj" fmla="val 7059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48118" y="1463040"/>
            <a:ext cx="2059229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SLM answer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407347" y="17145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645091" y="1463040"/>
            <a:ext cx="2059229" cy="777240"/>
          </a:xfrm>
          <a:prstGeom prst="roundRect">
            <a:avLst>
              <a:gd name="adj" fmla="val 7059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45091" y="1463040"/>
            <a:ext cx="2059229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re-answers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 + passages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468880"/>
            <a:ext cx="553212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578608"/>
            <a:ext cx="64008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256032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2971800"/>
            <a:ext cx="5166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runs only on escalated queries — the one design where cost can fall below Passive RAG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answer is identical to Passive RAG’s, so quality loss is bounded by gate misses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signals retrieval_conf and support cost ~0 extra generative calls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calibrated on a dev split, reported on held-out test, vs random and oracle routing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degradation: still answers if the LLM is down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2468880"/>
            <a:ext cx="553212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2578608"/>
            <a:ext cx="640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73368" y="256032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2971800"/>
            <a:ext cx="5166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hinges on the gate: it can miss confident-but-wrong drafts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run the dev-calibrated gate (retrieval_conf, τ = 10.455) escalated 96% of dev queries — almost no saving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24 dev questions → threshold may be overfit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queries pay SLM + LLM latency back to back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5257800"/>
            <a:ext cx="1124712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53035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promising cost design, but only as good as its gate. Read the Pareto chart: the live point should sit above the random-routing line and approach the oracle star.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Agentic: SLM orchestrates specialists, reflects, escalates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Agent Needs a Frontier Model · Cypher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92240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676400" cy="73152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17320"/>
            <a:ext cx="16764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+ intent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133600" y="164592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371344" y="1417320"/>
            <a:ext cx="1676400" cy="731520"/>
          </a:xfrm>
          <a:prstGeom prst="roundRect">
            <a:avLst>
              <a:gd name="adj" fmla="val 7500"/>
            </a:avLst>
          </a:prstGeom>
          <a:solidFill>
            <a:srgbClr val="E2E8F0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71344" y="1417320"/>
            <a:ext cx="16764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+ rerank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top-4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047744" y="164592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85488" y="1417320"/>
            <a:ext cx="1676400" cy="73152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85488" y="1417320"/>
            <a:ext cx="16764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SLM: agent + escalate?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961888" y="164592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99632" y="1417320"/>
            <a:ext cx="1676400" cy="731520"/>
          </a:xfrm>
          <a:prstGeom prst="roundRect">
            <a:avLst>
              <a:gd name="adj" fmla="val 75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99632" y="1417320"/>
            <a:ext cx="16764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· guideline · explanation · dosage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876032" y="164592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13776" y="1417320"/>
            <a:ext cx="1676400" cy="731520"/>
          </a:xfrm>
          <a:prstGeom prst="roundRect">
            <a:avLst>
              <a:gd name="adj" fmla="val 75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13776" y="1417320"/>
            <a:ext cx="16764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+ self-grade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reflection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790176" y="164592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027920" y="1417320"/>
            <a:ext cx="1676400" cy="731520"/>
          </a:xfrm>
          <a:prstGeom prst="roundRect">
            <a:avLst>
              <a:gd name="adj" fmla="val 7500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27920" y="1417320"/>
            <a:ext cx="16764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re-run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weak / low conf.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2377440"/>
            <a:ext cx="5532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487168"/>
            <a:ext cx="64008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246888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2880360"/>
            <a:ext cx="5166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 prompts per question type (4 specialists)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owns routing and the escalation decision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safety nets: orchestrator guess and calibrated gate / reflection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logged separately (orch_escalate, gate_escalate) → precision/recall vs oracle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ORCHESTRATOR_CAN_ESCALATE to isolate the gate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72200" y="2377440"/>
            <a:ext cx="5532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2487168"/>
            <a:ext cx="640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73368" y="246888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2880360"/>
            <a:ext cx="5166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moving parts: 3–5 SLM calls (rewrite, intent, orchestrate, answer, reflect) plus gate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first run the 0.5B orchestrator’s “needs LLM?” guess did not track real SLM errors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0.5B self-grade of 1–5 rarely flags anything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pays every SLM step and the LLM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debug; added latency must be justified on L3 questions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5303520"/>
            <a:ext cx="112471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5349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keeping only if it measurably lifts L3 (multi-step) questions. Note: the notebook also defines a simpler reflect-and-retry-wider variant (§4.1); the evaluated pipeline is the multi-agent version (§4.2).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confidence signals — which one predicts SLM errors?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Agent Needs a Frontier Model · Cypher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92240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1188720"/>
                <a:gridCol w="2834640"/>
                <a:gridCol w="28346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retrieval_conf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cross-encoder score between question and KB passages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Free; independent of the draft; says whether the KB covers the 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 coverage, not answer correctness; raw score scale needs calibration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Per-sentence embedding cosine of draft vs retrieved passages (groundedness proxy)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Free; checks the draft itself, not just retrieval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 ≠ truth: a fluent copy of a wrong passage scores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Agreement between draft and 2 extra SLM samples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 SLM calls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shaky answers without any 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latency; a 0.5B model can be consistently wrong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434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protocol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4800600"/>
            <a:ext cx="2633472" cy="640080"/>
          </a:xfrm>
          <a:prstGeom prst="roundRect">
            <a:avLst>
              <a:gd name="adj" fmla="val 8571"/>
            </a:avLst>
          </a:prstGeom>
          <a:solidFill>
            <a:srgbClr val="E2E8F0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4800600"/>
            <a:ext cx="2633472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per signal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“LLM was ≥0.5 better”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090672" y="498348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328416" y="4800600"/>
            <a:ext cx="2633472" cy="640080"/>
          </a:xfrm>
          <a:prstGeom prst="roundRect">
            <a:avLst>
              <a:gd name="adj" fmla="val 8571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28416" y="4800600"/>
            <a:ext cx="2633472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split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signal + lowest τ keeping ≥98% quality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961888" y="498348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199632" y="4800600"/>
            <a:ext cx="2633472" cy="640080"/>
          </a:xfrm>
          <a:prstGeom prst="roundRect">
            <a:avLst>
              <a:gd name="adj" fmla="val 8571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99632" y="4800600"/>
            <a:ext cx="2633472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used to pick τ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833104" y="498348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070848" y="4800600"/>
            <a:ext cx="2633472" cy="64008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70848" y="4800600"/>
            <a:ext cx="2633472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curve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random &amp; oracle routing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5623560"/>
            <a:ext cx="112471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signal near AUROC 0.5 is a coin flip. If dev quality holds but test drops, the threshold was overfit to ~24 questions.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trade-offs at a glance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Agent Needs a Frontier Model · Cypher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92240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103120"/>
                <a:gridCol w="292608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calls / query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SLM calls / query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SLM-only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cost, latency, full locality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gap (3.97 vs 4.95)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ceiling, simplest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 LLM on every query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v1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(1 if abstains)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+ cross-encoder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stages, abstention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Costs more than Passive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(+2 with consistency)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falls with fewer escalations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accuracy; over-escalation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–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Specialised prompts; measurable escalation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Complexity; weak SLM self-judgment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983480"/>
            <a:ext cx="112471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502920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choose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quality above all and volume is low → Passive RAG. Need locality or lowest cost and can tolerate errors → SLM-only. Want savings with a quality guard → Cascade, once its gate is calibrated. Reach for Agentic only when L3 questions justify the extra moving parts. Green / amber / red shades are relative, from the code’s call counts.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like an engineer, not a demo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Agent Needs a Frontier Model · Cypher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92240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5321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27048"/>
            <a:ext cx="64008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50876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eval set (v4)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920240"/>
            <a:ext cx="5166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questions: 12 L1 · 18 L2 · 18 L3, 8 per category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52-document KB with near-neighbour distractors (NSTEMI vs STEMI, PE vs pneumothorax…)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multi-hop L3 questions needing two documents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Pre-defined, pipeline-agnostic audit; capped at 10% auto-exclusion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5321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527048"/>
            <a:ext cx="64008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73368" y="150876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Metrics, same path for every pipeline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1920240"/>
            <a:ext cx="5166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LLM-judge (correctness, completeness, groundedness 1–5)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coverage + semantic similarity as independent checks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P50 / P95; cost proxy (SLM 0.5, LLM 8) with sensitivity table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95% CIs and paired win / tie / loss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55321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950208"/>
            <a:ext cx="6400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393192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Quality-vs-cost view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34340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curve of gate threshold vs random and oracle routing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precision / recall against the offline oracle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mix: share of calls hitting SLM vs LLM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3840480"/>
            <a:ext cx="55321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3950208"/>
            <a:ext cx="640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73368" y="393192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434340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is the same Llama-8B as the LLM stages — self-preference risk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Human-review sample is exported for the lowest and most contested answers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48 questions, gaps smaller than the CI are noise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5577840"/>
            <a:ext cx="112471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slice by difficulty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is the floor, L2 shows RAG’s lift, L3 shows whether agentic machinery earns its latency.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saved notebook run actually shows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Agent Needs a Frontier Model · Cypher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92240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41732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417320"/>
            <a:ext cx="59436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0" y="1527048"/>
            <a:ext cx="64008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61888" y="150876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so far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1920240"/>
            <a:ext cx="55778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gap SLM-only → Passive RAG: 3.97 vs 4.95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clearly better on 14 of 48 SLM answers → headroom a gate could recover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calibration picked retrieval_conf at τ = 10.455, escalating 96% of dev queries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v1 took ~740 s for 48 questions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outputs end before Cascade and Agentic finish, so no claim is made for them yet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5257800"/>
            <a:ext cx="1124712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3035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Hypotheses still to test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Cascade: holds quality while lowering LLM share if a better gate or tighter target is used. Agentic: lifts L3 at a visible P95 cost. Try TARGET_QUALITY_FRAC 0.95 and ORCHESTRATOR_CAN_ESCALATE = False, then re-run with FORCE_RERUN.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 agent needs a frontier model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Agent Needs a Frontier Model · Cypher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92240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5727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463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per stage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stage → model table down; defaulting to the biggest model everywhere is a choice.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670048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670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5603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 is not saving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v1 uses two LLM calls per query. Savings come from how rarely the LLM runs.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767328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7673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6576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escalation with a measured signal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on dev, report on test, compare with random and oracle routing.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4864608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8646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7548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the extra reasoning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with CIs, P50 / P95, cost sensitivity, call mix. Keep agentic parts only where they pay.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MediLearn_Hybrid_Agentic_RAG_Workshop_v4.ipynb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 Every Agent Needs a Frontier Model</dc:title>
  <dc:subject>PptxGenJS Presentation</dc:subject>
  <dc:creator>PptxGenJS</dc:creator>
  <cp:lastModifiedBy>PptxGenJS</cp:lastModifiedBy>
  <cp:revision>1</cp:revision>
  <dcterms:created xsi:type="dcterms:W3CDTF">2026-10-06T16:00:25Z</dcterms:created>
  <dcterms:modified xsi:type="dcterms:W3CDTF">2026-10-06T16:00:25Z</dcterms:modified>
</cp:coreProperties>
</file>