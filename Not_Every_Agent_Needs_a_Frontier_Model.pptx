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Arial"/>
              </a:rPr>
              <a:t>SLM vs. LLM call mix (illustrative)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SLM calls %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Passive RAG</c:v>
                  </c:pt>
                  <c:pt idx="1">
                    <c:v>Hybrid</c:v>
                  </c:pt>
                  <c:pt idx="2">
                    <c:v>Hybrid + Agentic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65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LLM calls %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Passive RAG</c:v>
                  </c:pt>
                  <c:pt idx="1">
                    <c:v>Hybrid</c:v>
                  </c:pt>
                  <c:pt idx="2">
                    <c:v>Hybrid + Agentic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CYPHER 2026 · WORKSHOP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Agent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a Frontier Model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SLM/LLM pipelines and agentic RAG — designed with explicit per-stage model choice, and measured with real metrics.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126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Nitin Agarwal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94944" y="429768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Qwen2.5-0.5B — cheap, fast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35808" y="429768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+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29000" y="42976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83864" y="42976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Llama-3.1-8B — judgment, synthesis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08192" y="429768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=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92240" y="429768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47104" y="429768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model, per stage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stages are SLM-appropriate?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Closed-set, short-output, mechanical work goes small. Open-ended judgment stays large.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12064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883664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84832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139696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712464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E2E8F0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67328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138928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340096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94960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SLM-tier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967728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022592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95360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50224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021824" y="22539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222992" y="1965960"/>
            <a:ext cx="1426464" cy="868680"/>
          </a:xfrm>
          <a:prstGeom prst="roundRect">
            <a:avLst>
              <a:gd name="adj" fmla="val 8421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277856" y="19659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548640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" y="3392424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" y="33924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SLM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3721608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· extraction · routing · reranking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4087368"/>
            <a:ext cx="515721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label set or output schema, with the source material already sitting in context. A 0.5B model does this as reliably as a frontier model, at a fraction of the latency and cost.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3246120"/>
            <a:ext cx="548640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82512" y="3392424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33924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LLM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382512" y="3721608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 · ambiguity · judgment calls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4087368"/>
            <a:ext cx="515721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Reconciling disagreement across sources, and deciding what evidence is missing rather than just what's present — both need broad world knowledge, not a bigger context window.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Passive RAG vs. the hybrid pipeline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RAG — every generative call is the big model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12064" y="1874520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724912" y="21168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127248" y="1874520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answers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1 generative calls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063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— explicit per-stage model selection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12064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883664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084832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139696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11296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712464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767328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138928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40096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394960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967728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022592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Sufficient?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394192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595360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50224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021824" y="367131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222992" y="3429000"/>
            <a:ext cx="1426464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277856" y="3429000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200" y="4617720"/>
            <a:ext cx="11247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21792" y="4764024"/>
            <a:ext cx="10917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7 stages run on the 0.5B model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5129784"/>
            <a:ext cx="109179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is reserved for the two stages that genuinely need broad judgment — checking whether retrieved context is sufficient, and synthesizing across sources that may disagree. Everything mechanical stays on the SLM.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RAG, orchestrated by the SLM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itself a closed classification decision — so the SLM owns it, including the choice to escalate.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72034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E2E8F0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12064" y="27203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84832" y="298551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50592" y="262890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05456" y="2628900"/>
            <a:ext cx="2176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orchestrator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agent + escalate?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09744" y="293979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175504" y="19659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30368" y="196596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175504" y="256032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30368" y="256032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75504" y="315468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30368" y="315468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175504" y="374904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30368" y="374904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Dosage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91856" y="298551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357616" y="27203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412480" y="2720340"/>
            <a:ext cx="1901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escalated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21792" y="4718304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Self-reflection loop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" y="5084064"/>
            <a:ext cx="51572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SLM grades its own answer 1–5 against the question and retrieved context. If weak: retry with wider retrieval, or escalate to the LLM.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82512" y="4718304"/>
            <a:ext cx="5157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to measure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5084064"/>
            <a:ext cx="515721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extra reasoning — reflection, retries, escalation — lift the hard (L3) questions enough to justify the added latency?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like an engineer, not a demo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metrics, same questions, every pipeline — sliced by difficulty tier.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21792" y="2066544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432304"/>
            <a:ext cx="2368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Key-term coverage + semantic similarity to the reference answer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92024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56432" y="2066544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432304"/>
            <a:ext cx="2368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and P95 seconds per query — tails matter as much as medians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91072" y="2066544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query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2432304"/>
            <a:ext cx="2368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call cost (SLM ≈ 0.5, LLM ≈ 8.0, as a param-size proxy)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1920240"/>
            <a:ext cx="269748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25712" y="2066544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mix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432304"/>
            <a:ext cx="2368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calls that actually hit the SLM vs. the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tiers in the eval set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365760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12064" y="4343400"/>
            <a:ext cx="3547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— single-fact recall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51960" y="4343400"/>
            <a:ext cx="365760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06824" y="4343400"/>
            <a:ext cx="3547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— clinical scenario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RAG's lift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046720" y="4343400"/>
            <a:ext cx="3657600" cy="868680"/>
          </a:xfrm>
          <a:prstGeom prst="roundRect">
            <a:avLst>
              <a:gd name="adj" fmla="val 8421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101584" y="4343400"/>
            <a:ext cx="3547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— multi-step reasoning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agentic's lift?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1792" y="5586984"/>
            <a:ext cx="10917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slice by difficulty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" y="5952744"/>
            <a:ext cx="10917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consistent chart shows that each added capability helps a different part of the difficulty curve — not just “the numbers went up.”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look for in your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pattern, not measured data — replace with your own run from the notebook.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6751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60920" y="1874520"/>
            <a:ext cx="43434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525512" y="2020824"/>
            <a:ext cx="4014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525512" y="2386584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holds quality on L1/L2 while cutting LLM calls and median (P50) latency.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60920" y="3337560"/>
            <a:ext cx="4343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525512" y="3483864"/>
            <a:ext cx="4014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Hypothesis 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525512" y="3849624"/>
            <a:ext cx="4014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and escalation mainly help L3 questions, at a P95 latency cost worth naming out loud.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notebook works, end to end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setup, four pipelines run on the same questions, one judge grading all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80560" y="17830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E2E8F0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535424" y="178308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setup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· knowledge base · eval set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flipH="1">
            <a:off x="1979676" y="2423160"/>
            <a:ext cx="4101084" cy="2286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4722876" y="2423160"/>
            <a:ext cx="1357884" cy="2286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080760" y="2423160"/>
            <a:ext cx="1385316" cy="2286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80760" y="2423160"/>
            <a:ext cx="4128516" cy="2286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" y="265176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651760"/>
            <a:ext cx="2404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only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0.5B alone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65576" y="265176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20440" y="2651760"/>
            <a:ext cx="2404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only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8B alone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08776" y="265176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263640" y="2651760"/>
            <a:ext cx="2404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models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51976" y="2651760"/>
            <a:ext cx="2514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006840" y="2651760"/>
            <a:ext cx="2404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agentic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reflect, route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979676" y="3383280"/>
            <a:ext cx="4101084" cy="4572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722876" y="3383280"/>
            <a:ext cx="1357884" cy="4572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080760" y="3383280"/>
            <a:ext cx="1385316" cy="4572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6080760" y="3383280"/>
            <a:ext cx="4128516" cy="4572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480560" y="38404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535424" y="384048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judge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every answer vs. the reference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80760" y="4480560"/>
            <a:ext cx="9144" cy="22860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023360" y="470916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5400000">
              <a:srgbClr val="1F2937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078224" y="470916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charts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latency · cost · call mix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548640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5400000">
              <a:srgbClr val="1F2937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21792" y="5632704"/>
            <a:ext cx="10917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live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" y="5998464"/>
            <a:ext cx="10917936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notebook, run Sections 1–4 top to bottom, then Section 5 to generate your own version of this chart set.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Not Every Agent Needs a Frontier Model · Cypher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agent needs a frontier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316E"/>
          </a:solidFill>
          <a:ln w="12700">
            <a:solidFill>
              <a:srgbClr val="3B4A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803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per stage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29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stage-to-model table down. Defaulting to the biggest model everywhere is a choice, not a given.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316E"/>
          </a:solidFill>
          <a:ln w="12700">
            <a:solidFill>
              <a:srgbClr val="3B4A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94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8803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SLM orchestrate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29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and escalation are classification problems. A small model can own both, including deciding when to hand off.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24316E"/>
          </a:solidFill>
          <a:ln w="12700">
            <a:solidFill>
              <a:srgbClr val="3B4A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1945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8803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 the extra reasoning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429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P50/P95 latency, cost, call mix — keep agentic machinery only where it demonstrably pays for itself.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MediLearn_Hybrid_Agentic_RAG_Workshop.ipynb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 Every Agent Needs a Frontier Model</dc:title>
  <dc:subject>PptxGenJS Presentation</dc:subject>
  <dc:creator>Nitin Agarwal</dc:creator>
  <cp:lastModifiedBy>Nitin Agarwal</cp:lastModifiedBy>
  <cp:revision>1</cp:revision>
  <dcterms:created xsi:type="dcterms:W3CDTF">2026-10-03T10:12:28Z</dcterms:created>
  <dcterms:modified xsi:type="dcterms:W3CDTF">2026-10-03T10:12:28Z</dcterms:modified>
</cp:coreProperties>
</file>