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947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10287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463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554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Frontier Model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29260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892040"/>
            <a:ext cx="1280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2026 | Nitin Agarwal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1463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87452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0116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178308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classification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1720" y="228600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SLM-appropriate stages (classification, extraction, routing, reranking) vs. LLM stages (synthesis, ambiguity, judgment).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65760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94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31720" y="356616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pipeline design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31720" y="406908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per-stage model selection — not “call the biggest model for everything.”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544068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5778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331720" y="534924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RAG → agentic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31720" y="585216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rewriting, multi-agent routing, optional self-reflection — and whether the extra reasoning is worth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685800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72237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73609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331720" y="713232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metrics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331720" y="763524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latency (P50/P95), cost per query, SLM-vs-LLM call mix — not just a plausible-looking answer.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1645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is expensive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multi-agent systems route every call to the largest model — maximizing quality on hard tasks and wasting budget on easy 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94560"/>
            <a:ext cx="54864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56032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models add seconds per call. Classification and extraction rarely need that depth.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1945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194560"/>
            <a:ext cx="54864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256032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12280" y="3840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price scales with model size. Easy stages often dominate total call volume.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252960" y="21945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2960" y="2194560"/>
            <a:ext cx="548640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Shape 22"/>
          <p:cNvSpPr/>
          <p:nvPr/>
        </p:nvSpPr>
        <p:spPr>
          <a:xfrm>
            <a:off x="12573000" y="256032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2664440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7300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573000" y="3840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and rate limits are finite. Spending them on rewrite steps starves judgment stages.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667512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Thesis: match model size to stage difficulty — then measure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STAGE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stages need a frontier model?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8229600" cy="7589520"/>
          </a:xfrm>
          <a:prstGeom prst="roundRect">
            <a:avLst>
              <a:gd name="adj" fmla="val 1205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45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SLM-APPROPRIATE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 are enough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" y="26060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063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validity, topic tags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7033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160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Keywords, entities, fields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8006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937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257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/ agent handoff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589788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6035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6355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relevance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699516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7132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rewrite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7452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keyword queries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26880" y="1371600"/>
            <a:ext cx="8229600" cy="7589520"/>
          </a:xfrm>
          <a:prstGeom prst="roundRect">
            <a:avLst>
              <a:gd name="adj" fmla="val 1205"/>
            </a:avLst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1645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LLM-REQUIRED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2011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 stronger models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46920" y="26060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synthesis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75520" y="3063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long reports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46920" y="37033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resolution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75520" y="4160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evidence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646920" y="48006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0" y="4937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judgment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875520" y="5257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scoring (10 axes)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646920" y="589788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6035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Self-reflection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875520" y="6355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/ gap analysis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46920" y="699516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875520" y="7132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Nuanced ranking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875520" y="7452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quality differences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AGENT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agents connect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766560" y="132588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EE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286000"/>
            <a:ext cx="65836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331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Orchestrator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· routing ·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60520" y="3474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43400" y="4069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4340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80960" y="3474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EEF1F6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4069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201400" y="3474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1138428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84280" y="4069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38428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4721840" y="34747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1490472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904720" y="4069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0472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5806440"/>
            <a:ext cx="1645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modes on the same graph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1520" y="62636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6263640"/>
            <a:ext cx="5486400" cy="731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1051560" y="6583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SLM-only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51560" y="7132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 → 0.5B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Fastest, cheapest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92240" y="62636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6263640"/>
            <a:ext cx="548640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3" name="Text 41"/>
          <p:cNvSpPr/>
          <p:nvPr/>
        </p:nvSpPr>
        <p:spPr>
          <a:xfrm>
            <a:off x="6812280" y="6583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LLM-only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12280" y="7132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 → 8B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quality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2252960" y="626364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2252960" y="6263640"/>
            <a:ext cx="54864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7" name="Text 45"/>
          <p:cNvSpPr/>
          <p:nvPr/>
        </p:nvSpPr>
        <p:spPr>
          <a:xfrm>
            <a:off x="12573000" y="6583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573000" y="7132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Stage-aware routing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default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REAL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notebook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 (FIXED run)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wall-clock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calls · 0 LLM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wall-clock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25780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calls · 0 SLM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832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wall-clock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64692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SLM · 4 LLM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80744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1403604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avg AGI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03604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403604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High papers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AGI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3794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5256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97864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cost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160520"/>
            <a:ext cx="15727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65176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1480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76072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4088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5256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5156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9786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$0.00016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65176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114800" y="4892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760720" y="4892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04088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05256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51560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97864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$0.00132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2960" y="5440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265176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11480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76072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04088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121s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05256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51560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197864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$0.00087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731520" y="6309360"/>
            <a:ext cx="1673352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59" name="Text 57"/>
          <p:cNvSpPr/>
          <p:nvPr/>
        </p:nvSpPr>
        <p:spPr>
          <a:xfrm>
            <a:off x="1051560" y="6537960"/>
            <a:ext cx="1600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read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51560" y="6995160"/>
            <a:ext cx="1600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is ~5× faster than pure LLM. Hybrid cuts latency roughly in half vs LLM while keeping judgment on the large model (4 of 6 calls). Quality edge still sits with the LLM — as expected for multi-criteria scoring — but cost and latency favor Hybrid for production volume.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1645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46304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stages first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187452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step as classification / extraction / routing vs. judgment / synthesis before picking a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83464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SLM, escalate to LLM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324612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small model unless the stage requires open-ended reasoning or multi-criteria judgment.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20624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routing explicit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461772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choose_model(stage, mode) policy beats “always call the biggest model.”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557784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mix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45920" y="598932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quality, P50/P95 latency, cost, and SLM vs LLM call share — not just whether the answer looks good.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69951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7086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45920" y="6949440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only when it pays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45920" y="7360920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rewrite and multi-agent routing help when discovery is fragile; pure judgment stages still need the LLM.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10287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017520"/>
            <a:ext cx="1554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frontier model.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29260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212080"/>
            <a:ext cx="1463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model size to stage difficulty.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quality, latency, cost, and call mix.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Custom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 Every Agent Needs a Frontier Model</dc:title>
  <dc:subject>PptxGenJS Presentation</dc:subject>
  <dc:creator>Workshop</dc:creator>
  <cp:lastModifiedBy>Nitin Agarwal</cp:lastModifiedBy>
  <cp:revision>2</cp:revision>
  <dcterms:created xsi:type="dcterms:W3CDTF">2026-10-08T07:49:19Z</dcterms:created>
  <dcterms:modified xsi:type="dcterms:W3CDTF">2026-10-08T07:59:44Z</dcterms:modified>
</cp:coreProperties>
</file>